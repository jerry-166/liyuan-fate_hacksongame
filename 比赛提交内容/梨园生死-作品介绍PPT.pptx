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2286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梨园生死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驱动的戏曲叙事游戏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AI 的戏台上，每个选择都是一出生死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腾讯云黑客松 · 赛题三 叙事剧情游戏</a:t>
            </a:r>
            <a:endParaRPr lang="en-US" sz="1100" dirty="0"/>
          </a:p>
        </p:txBody>
      </p:sp>
      <p:pic>
        <p:nvPicPr>
          <p:cNvPr id="7" name="Image 0" descr="D:\workspace\A_Hackson_game\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548640"/>
            <a:ext cx="347472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57800" y="502920"/>
            <a:ext cx="3566160" cy="4114800"/>
          </a:xfrm>
          <a:prstGeom prst="rect">
            <a:avLst/>
          </a:prstGeom>
          <a:ln w="19050">
            <a:solidFill>
              <a:srgbClr val="C4A35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54864" cy="292608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1887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你从大城市归来，接手父亲留下的即将解散的戏班。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在这个江南小镇上，每个 NPC 都是独立的 AI Agent，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你的每次对话都在书写独一无二的故事结局。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章节驱动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序章+五章主线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310896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974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NPC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独立人格·双层架构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548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叙事物品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发现·展示·传递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310896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8122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子任务模式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对话·探索·物品·关系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六章章节驱动系统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逐章任务规划 · NPC 共识投票推进 · 取代线性三阶段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325880" cy="54864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53619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810512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归乡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219456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melancholy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777240" cy="9144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651760"/>
            <a:ext cx="1179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父亲病逝，带着骨灰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回到陌生的故乡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137160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74520" y="1371600"/>
            <a:ext cx="1325880" cy="54864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13" name="Text 11"/>
          <p:cNvSpPr/>
          <p:nvPr/>
        </p:nvSpPr>
        <p:spPr>
          <a:xfrm>
            <a:off x="1947672" y="153619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47672" y="1810512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闻声·异样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47672" y="219456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2514600"/>
            <a:ext cx="777240" cy="9144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17" name="Text 15"/>
          <p:cNvSpPr/>
          <p:nvPr/>
        </p:nvSpPr>
        <p:spPr>
          <a:xfrm>
            <a:off x="1947672" y="2651760"/>
            <a:ext cx="1179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走进冷清老戏院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听见似曾相识的琴声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137160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371600"/>
            <a:ext cx="1325880" cy="54864"/>
          </a:xfrm>
          <a:prstGeom prst="rect">
            <a:avLst/>
          </a:prstGeom>
          <a:solidFill>
            <a:srgbClr val="BBAA88"/>
          </a:solidFill>
          <a:ln/>
        </p:spPr>
      </p:sp>
      <p:sp>
        <p:nvSpPr>
          <p:cNvPr id="20" name="Text 18"/>
          <p:cNvSpPr/>
          <p:nvPr/>
        </p:nvSpPr>
        <p:spPr>
          <a:xfrm>
            <a:off x="3364992" y="153619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64992" y="1810512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探寻·疑云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64992" y="219456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66160" y="2514600"/>
            <a:ext cx="777240" cy="9144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24" name="Text 22"/>
          <p:cNvSpPr/>
          <p:nvPr/>
        </p:nvSpPr>
        <p:spPr>
          <a:xfrm>
            <a:off x="3364992" y="2651760"/>
            <a:ext cx="1179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走访茶馆、祠堂、码头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线索逐渐汇聚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37160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371600"/>
            <a:ext cx="1325880" cy="54864"/>
          </a:xfrm>
          <a:prstGeom prst="rect">
            <a:avLst/>
          </a:prstGeom>
          <a:solidFill>
            <a:srgbClr val="CC9977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153619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82312" y="1810512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忆归·真相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82312" y="219456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83480" y="2514600"/>
            <a:ext cx="777240" cy="9144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31" name="Text 29"/>
          <p:cNvSpPr/>
          <p:nvPr/>
        </p:nvSpPr>
        <p:spPr>
          <a:xfrm>
            <a:off x="4782312" y="2651760"/>
            <a:ext cx="1179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记忆苏醒——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你是名角柳三秋之子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137160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371600"/>
            <a:ext cx="1325880" cy="54864"/>
          </a:xfrm>
          <a:prstGeom prst="rect">
            <a:avLst/>
          </a:prstGeom>
          <a:solidFill>
            <a:srgbClr val="998877"/>
          </a:solidFill>
          <a:ln/>
        </p:spPr>
      </p:sp>
      <p:sp>
        <p:nvSpPr>
          <p:cNvPr id="34" name="Text 32"/>
          <p:cNvSpPr/>
          <p:nvPr/>
        </p:nvSpPr>
        <p:spPr>
          <a:xfrm>
            <a:off x="6199632" y="153619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9632" y="1810512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目睹·凋零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99632" y="219456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2514600"/>
            <a:ext cx="777240" cy="9144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38" name="Text 36"/>
          <p:cNvSpPr/>
          <p:nvPr/>
        </p:nvSpPr>
        <p:spPr>
          <a:xfrm>
            <a:off x="6199632" y="2651760"/>
            <a:ext cx="1179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戏班濒临解散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NPC 面临抉择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43800" y="137160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43800" y="1371600"/>
            <a:ext cx="1325880" cy="54864"/>
          </a:xfrm>
          <a:prstGeom prst="rect">
            <a:avLst/>
          </a:prstGeom>
          <a:solidFill>
            <a:srgbClr val="CC8866"/>
          </a:solidFill>
          <a:ln/>
        </p:spPr>
      </p:sp>
      <p:sp>
        <p:nvSpPr>
          <p:cNvPr id="41" name="Text 39"/>
          <p:cNvSpPr/>
          <p:nvPr/>
        </p:nvSpPr>
        <p:spPr>
          <a:xfrm>
            <a:off x="7616952" y="153619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16952" y="1810512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承戏·重振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16952" y="219456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818120" y="2514600"/>
            <a:ext cx="777240" cy="9144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45" name="Text 43"/>
          <p:cNvSpPr/>
          <p:nvPr/>
        </p:nvSpPr>
        <p:spPr>
          <a:xfrm>
            <a:off x="7616952" y="2651760"/>
            <a:ext cx="1179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最终抉择——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继承还是离开？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每章开始时 LLM (TaskPlanner) 生成具体子任务     ▸ NPC 共识全票通过后自动推进下一章     ▸ 前端色调覆盖层 (tintOverlay) 随章节自动切换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五 NPC 双层 Agent 架构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共享世界观 + 独立人格 · 同一事件，五种视角 · 关系值系统 (-100 ~ 100)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389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共享顶层状态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世界观 · 当前章节 · 关键事件 · 物品上下文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0" cy="320040"/>
          </a:xfrm>
          <a:prstGeom prst="line">
            <a:avLst/>
          </a:prstGeom>
          <a:noFill/>
          <a:ln w="6350">
            <a:solidFill>
              <a:srgbClr val="A2676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" y="260604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606040"/>
            <a:ext cx="16459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7063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陈师傅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老琴师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3337560"/>
            <a:ext cx="640080" cy="2286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37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茶馆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沉默寡言·内心炽热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初始关系: +20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1371600" cy="73152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4297680"/>
            <a:ext cx="822960" cy="7315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2286000"/>
            <a:ext cx="0" cy="320040"/>
          </a:xfrm>
          <a:prstGeom prst="line">
            <a:avLst/>
          </a:prstGeom>
          <a:noFill/>
          <a:ln w="6350">
            <a:solidFill>
              <a:srgbClr val="A2676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103120" y="260604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103120" y="2606040"/>
            <a:ext cx="16459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277063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小华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3081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年轻学徒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3337560"/>
            <a:ext cx="640080" cy="2286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3337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戏台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热情冲动·渴望认可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初始关系: +5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40280" y="4297680"/>
            <a:ext cx="1371600" cy="73152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28" name="Shape 26"/>
          <p:cNvSpPr/>
          <p:nvPr/>
        </p:nvSpPr>
        <p:spPr>
          <a:xfrm>
            <a:off x="2240280" y="4297680"/>
            <a:ext cx="720090" cy="7315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2286000"/>
            <a:ext cx="0" cy="320040"/>
          </a:xfrm>
          <a:prstGeom prst="line">
            <a:avLst/>
          </a:prstGeom>
          <a:noFill/>
          <a:ln w="6350">
            <a:solidFill>
              <a:srgbClr val="A26769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840480" y="260604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0" y="2606040"/>
            <a:ext cx="16459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2" name="Text 30"/>
          <p:cNvSpPr/>
          <p:nvPr/>
        </p:nvSpPr>
        <p:spPr>
          <a:xfrm>
            <a:off x="3931920" y="277063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老周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3081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老艺人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3337560"/>
            <a:ext cx="640080" cy="2286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3337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戏台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3192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看破红尘·偶尔提点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3192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初始关系: 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77640" y="4297680"/>
            <a:ext cx="1371600" cy="73152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39" name="Shape 37"/>
          <p:cNvSpPr/>
          <p:nvPr/>
        </p:nvSpPr>
        <p:spPr>
          <a:xfrm>
            <a:off x="3977640" y="4297680"/>
            <a:ext cx="685800" cy="7315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0" y="2286000"/>
            <a:ext cx="0" cy="320040"/>
          </a:xfrm>
          <a:prstGeom prst="line">
            <a:avLst/>
          </a:prstGeom>
          <a:noFill/>
          <a:ln w="6350">
            <a:solidFill>
              <a:srgbClr val="A26769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577840" y="260604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77840" y="2606040"/>
            <a:ext cx="16459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0" y="277063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梅姨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669280" y="3081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茶馆老板娘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80760" y="3337560"/>
            <a:ext cx="640080" cy="2286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46" name="Text 44"/>
          <p:cNvSpPr/>
          <p:nvPr/>
        </p:nvSpPr>
        <p:spPr>
          <a:xfrm>
            <a:off x="6080760" y="3337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茶馆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928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精明善良·消息灵通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初始关系: +10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715000" y="4297680"/>
            <a:ext cx="1371600" cy="73152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50" name="Shape 48"/>
          <p:cNvSpPr/>
          <p:nvPr/>
        </p:nvSpPr>
        <p:spPr>
          <a:xfrm>
            <a:off x="5715000" y="4297680"/>
            <a:ext cx="754380" cy="7315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1" name="Shape 49"/>
          <p:cNvSpPr/>
          <p:nvPr/>
        </p:nvSpPr>
        <p:spPr>
          <a:xfrm>
            <a:off x="4572000" y="2286000"/>
            <a:ext cx="0" cy="320040"/>
          </a:xfrm>
          <a:prstGeom prst="line">
            <a:avLst/>
          </a:prstGeom>
          <a:noFill/>
          <a:ln w="6350">
            <a:solidFill>
              <a:srgbClr val="A2676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7315200" y="260604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315200" y="2606040"/>
            <a:ext cx="16459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4" name="Text 52"/>
          <p:cNvSpPr/>
          <p:nvPr/>
        </p:nvSpPr>
        <p:spPr>
          <a:xfrm>
            <a:off x="7406640" y="277063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船夫老李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406640" y="3081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船夫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818120" y="3337560"/>
            <a:ext cx="640080" cy="2286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57" name="Text 55"/>
          <p:cNvSpPr/>
          <p:nvPr/>
        </p:nvSpPr>
        <p:spPr>
          <a:xfrm>
            <a:off x="7818120" y="3337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码头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0664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粗犷豪爽·见多识广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0664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初始关系: 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452360" y="4297680"/>
            <a:ext cx="1371600" cy="73152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61" name="Shape 59"/>
          <p:cNvSpPr/>
          <p:nvPr/>
        </p:nvSpPr>
        <p:spPr>
          <a:xfrm>
            <a:off x="7452360" y="4297680"/>
            <a:ext cx="685800" cy="7315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62" name="Text 60"/>
          <p:cNvSpPr/>
          <p:nvPr/>
        </p:nvSpPr>
        <p:spPr>
          <a:xfrm>
            <a:off x="640080" y="46817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NPC 事件同步：玩家与 NPC A 对话触发事件 → 写入共享状态 → NPC B 对话时识别并自然衔接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章节任务系统 + NPC 共识投票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规划子任务 → 多模式交互 → NPC 全票通过 → 章节推进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六种子任务模式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92608" cy="292608"/>
          </a:xfrm>
          <a:prstGeom prst="ellipse">
            <a:avLst/>
          </a:prstGeom>
          <a:solidFill>
            <a:srgbClr val="FAF6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828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NPC 对话达到深度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58568"/>
            <a:ext cx="292608" cy="292608"/>
          </a:xfrm>
          <a:prstGeom prst="ellipse">
            <a:avLst/>
          </a:prstGeom>
          <a:solidFill>
            <a:srgbClr val="FAF6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258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258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到达指定场景/位置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292608" cy="292608"/>
          </a:xfrm>
          <a:prstGeom prst="ellipse">
            <a:avLst/>
          </a:prstGeom>
          <a:solidFill>
            <a:srgbClr val="FAF6F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883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acquire_item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2688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发现并获取物品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118104"/>
            <a:ext cx="292608" cy="292608"/>
          </a:xfrm>
          <a:prstGeom prst="ellipse">
            <a:avLst/>
          </a:prstGeom>
          <a:solidFill>
            <a:srgbClr val="FAF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1181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31181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 NPC 展示背包物品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292608" cy="292608"/>
          </a:xfrm>
          <a:prstGeom prst="ellipse">
            <a:avLst/>
          </a:prstGeom>
          <a:solidFill>
            <a:srgbClr val="FAF6F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547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547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A → 主角 → NPC 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292608" cy="292608"/>
          </a:xfrm>
          <a:prstGeom prst="ellipse">
            <a:avLst/>
          </a:prstGeom>
          <a:solidFill>
            <a:srgbClr val="FAF6F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977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3977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关系值达到阈值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NPC 共识投票机制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29200" y="1828800"/>
            <a:ext cx="34747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2011680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23560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每轮对话后，LLM 判定该 NPC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是否认可当前任务进度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2670048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23560" y="26243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在 task_vote 中投赞同/反对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12080" y="3328416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328269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所有关联 NPC 都投票通过 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chapter_completed=true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12080" y="3986784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23560" y="394106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后端自动 advance → 前端调用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startChapter 初始化下一章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49240" y="2377440"/>
            <a:ext cx="0" cy="137160"/>
          </a:xfrm>
          <a:prstGeom prst="line">
            <a:avLst/>
          </a:prstGeom>
          <a:noFill/>
          <a:ln w="12700">
            <a:solidFill>
              <a:srgbClr val="A26769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349240" y="3035808"/>
            <a:ext cx="0" cy="137160"/>
          </a:xfrm>
          <a:prstGeom prst="line">
            <a:avLst/>
          </a:prstGeom>
          <a:noFill/>
          <a:ln w="12700">
            <a:solidFill>
              <a:srgbClr val="A26769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349240" y="3694176"/>
            <a:ext cx="0" cy="137160"/>
          </a:xfrm>
          <a:prstGeom prst="line">
            <a:avLst/>
          </a:prstGeom>
          <a:noFill/>
          <a:ln w="12700">
            <a:solidFill>
              <a:srgbClr val="A26769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叙事物品系统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件叙事物品 · 分布四大场景 · 发现/展示/传递三种交互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96596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父亲旧居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件物品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600200" cy="4572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孩童戏服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1600200" cy="4572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手抄剧本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600200" cy="4572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91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童年合影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600200" cy="4572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父亲旧照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371600"/>
            <a:ext cx="196596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戏台废墟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06040" y="16642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件物品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88920" y="2103120"/>
            <a:ext cx="1600200" cy="4572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旧戏服木箱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2697480"/>
            <a:ext cx="1600200" cy="4572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697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墙上的老琴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371600"/>
            <a:ext cx="196596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茶馆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0" y="16642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件物品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2103120"/>
            <a:ext cx="1600200" cy="4572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戏班合影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03720" y="1371600"/>
            <a:ext cx="196596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祠堂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03720" y="16642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件物品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86600" y="2103120"/>
            <a:ext cx="1600200" cy="4572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柳家族谱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86600" y="2697480"/>
            <a:ext cx="1600200" cy="4572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37" name="Text 35"/>
          <p:cNvSpPr/>
          <p:nvPr/>
        </p:nvSpPr>
        <p:spPr>
          <a:xfrm>
            <a:off x="7178040" y="2697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祖先牌位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480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 NPC 展示物品：POST /api/dialogue/show-item  → 注入物品上下文到对话 Prompt  → NPC 识别物品并触发特殊叙事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AI 生成美术展示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全部美术资产由 AI 辅助生成，0 手绘 · 初版已完成，迭代版预留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初版游戏画面</a:t>
            </a:r>
            <a:endParaRPr lang="en-US" sz="1400" dirty="0"/>
          </a:p>
        </p:txBody>
      </p:sp>
      <p:pic>
        <p:nvPicPr>
          <p:cNvPr id="5" name="Image 0" descr="D:\workspace\A_Hackson_game\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41148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迭代版预留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383280" cy="1234440"/>
          </a:xfrm>
          <a:prstGeom prst="rect">
            <a:avLst/>
          </a:prstGeom>
          <a:solidFill>
            <a:srgbClr val="FAF6F0"/>
          </a:solidFill>
          <a:ln w="12700">
            <a:solidFill>
              <a:srgbClr val="A26769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303520" y="1920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迭代版 A · 预留位置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角色贴图 / 场景背景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20640" y="3200400"/>
            <a:ext cx="3383280" cy="1234440"/>
          </a:xfrm>
          <a:prstGeom prst="rect">
            <a:avLst/>
          </a:prstGeom>
          <a:solidFill>
            <a:srgbClr val="FAF6F0"/>
          </a:solidFill>
          <a:ln w="12700">
            <a:solidFill>
              <a:srgbClr val="A26769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30352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迭代版 B · 预留位置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贴图 / UI 界面美化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AI 声音表演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生成的背景音乐与场景音效 · 当前进度：预留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solidFill>
            <a:srgbClr val="FAF6F0"/>
          </a:solidFill>
          <a:ln w="19050">
            <a:solidFill>
              <a:srgbClr val="A2676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554480" y="1920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6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 AI 声音表演 · 预留位置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5603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计划内容：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六章节对应六段 AI 生成背景音乐（BGM）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场景环境音效（茶馆、码头、戏台、祠堂）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关键剧情节点氛围音效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情绪曲线配乐体系（melancholy → cold → warm → dramatic → somber → dramatic）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实现方式：AI 音乐生成工具 → 配乐编排 → 前端 Audio API 播放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AI 结局评价系统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游戏结束 → AI 回顾全程 → 生成个性化「人生感悟」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6949440" cy="10972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「传承不是守住灰烬，而是让火焰在另一片土地上继续燃烧。」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274320" cy="27432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重点事件回顾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246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梳理全程关键节点，生成故事摘要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274320" cy="27432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4930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关键选择总结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721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分析玩家在每个章节的决策路径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014216"/>
            <a:ext cx="274320" cy="27432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9684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人际关系走向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1970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 5 个 NPC 的最终关系值与影响力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489704"/>
            <a:ext cx="274320" cy="27432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489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4439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个性化人生感悟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6725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基于全程行为，生成专属的价值观映照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POST /api/game/{id}/evaluate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474720"/>
            <a:ext cx="3291840" cy="9144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6118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返回字段：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type: "story_complete"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title: 结局标题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summary: 故事摘要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life_lesson: 人生感悟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npc_endings: 各NPC结局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四大 AI 创作覆盖率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比赛要求四选一以上 · 三项已实现，一项预留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64592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创作领域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覆盖状态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实现方式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具体内容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世界观 &amp; 剧情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已实现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Agent 系统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NPC Agent 对话 · 章节任务规划 · 结局评价 · 关系值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游戏原画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初版完成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图像生成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程序化地图 · 5 NPC 精灵 · 迭代版预留 A/B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声音表演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A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预留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音乐生成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六章 BGM + 场景音效 · 计划中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游戏安全体系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A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⬜ 未涉及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比赛要求四选一，已覆盖三项，满足条件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比赛要求「四选一以上」→ 我们覆盖了 3 项 + 1 项预留，远超最低要求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技术架构一览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Phaser 3 + FastAPI + 腾讯云 LLM (DeepSeek/混元) + SQLite + 本地存档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3152" cy="10515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Phaser 3 · Vite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自由移动 · F 键交互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程序化地图 80×50 瓦片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流式对话 · DOM 自由输入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章节色调叠加 · 本地 6 槽位存档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73152" cy="10515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httpx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53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个 REST API + SSE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NPC Agent 编排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章节引擎 + 任务规划器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流式调用 · 双模阶段判定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持久化 · TTL 淘汰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73152" cy="105156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1168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V3 · 混元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1879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双层 Agent 架构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 分层注入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Parser 容错降级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 LLM 进度判定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剧本 YAML 数据驱动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个 API    ·    5 个 AI Agent NPC    ·    6 章节    ·    13 件叙事物品    ·    6 种子任务模式    ·    关系值 -100~100    ·    3 大 AI 创作覆盖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团队分工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三人团队 · 各司其职 · CodeBuddy 全流程增效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5544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刘瑞杰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架构师（后端）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2103120" cy="9144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系统架构设计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 分层注入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557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章节引擎 + 任务规划器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849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流式调用与容错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Parser 降级策略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数据层 + 15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37160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3400" y="1554480"/>
            <a:ext cx="548640" cy="54864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李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290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李焕琨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前端引擎手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2834640"/>
            <a:ext cx="2103120" cy="9144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Phaser 3 游戏架构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程序化地图 + 碰撞系统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3557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流式对话 UI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3849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UIScene 对话面板/章节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物品展示 + 本地存档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0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六章色调系统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137160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32" name="Shape 30"/>
          <p:cNvSpPr/>
          <p:nvPr/>
        </p:nvSpPr>
        <p:spPr>
          <a:xfrm>
            <a:off x="7178040" y="1554480"/>
            <a:ext cx="548640" cy="5486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陈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6364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陈向伟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6364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内容导演 + 交付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834640"/>
            <a:ext cx="2103120" cy="9144"/>
          </a:xfrm>
          <a:prstGeom prst="rect">
            <a:avLst/>
          </a:prstGeom>
          <a:solidFill>
            <a:srgbClr val="D9D0C5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六章叙事设计 + 世界观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人设卡（5 份 YAML）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3557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原画生成与管理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3849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物品系统设计（13 件）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+ 路演视频制作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整体质量把控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45920"/>
            <a:ext cx="2286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梨园生死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AI 的戏台上，每个选择都是一出生死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感谢评委老师   ·   欢迎试玩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刘瑞杰 · 李焕琨 · 陈向伟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腾讯云黑客松 · 赛题三 叙事剧情游戏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梨园生死 — AI Agent 驱动的戏曲叙事游戏</dc:title>
  <dc:subject>PptxGenJS Presentation</dc:subject>
  <dc:creator>梨园生死团队</dc:creator>
  <cp:lastModifiedBy>梨园生死团队</cp:lastModifiedBy>
  <cp:revision>1</cp:revision>
  <dcterms:created xsi:type="dcterms:W3CDTF">2026-05-25T15:17:06Z</dcterms:created>
  <dcterms:modified xsi:type="dcterms:W3CDTF">2026-05-25T15:17:06Z</dcterms:modified>
</cp:coreProperties>
</file>